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89" r:id="rId5"/>
    <p:sldId id="329" r:id="rId6"/>
    <p:sldId id="347" r:id="rId7"/>
    <p:sldId id="341" r:id="rId8"/>
    <p:sldId id="352" r:id="rId9"/>
    <p:sldId id="259" r:id="rId10"/>
    <p:sldId id="350" r:id="rId11"/>
    <p:sldId id="351" r:id="rId12"/>
    <p:sldId id="342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9" userDrawn="1">
          <p15:clr>
            <a:srgbClr val="A4A3A4"/>
          </p15:clr>
        </p15:guide>
        <p15:guide id="4" pos="7068" userDrawn="1">
          <p15:clr>
            <a:srgbClr val="A4A3A4"/>
          </p15:clr>
        </p15:guide>
        <p15:guide id="5" orient="horz" pos="13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CBE"/>
    <a:srgbClr val="85509A"/>
    <a:srgbClr val="714484"/>
    <a:srgbClr val="0073CF"/>
    <a:srgbClr val="203232"/>
    <a:srgbClr val="30454F"/>
    <a:srgbClr val="1295D8"/>
    <a:srgbClr val="004A5C"/>
    <a:srgbClr val="0093B6"/>
    <a:srgbClr val="00B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5B3967-5002-4A75-B7A4-E2896FBC9001}" v="33" dt="2025-12-10T14:37:02.6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120"/>
      </p:cViewPr>
      <p:guideLst>
        <p:guide orient="horz" pos="2160"/>
        <p:guide pos="3840"/>
        <p:guide orient="horz" pos="3249"/>
        <p:guide pos="7068"/>
        <p:guide orient="horz" pos="13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MSHI KRISHNA" userId="6f029549c2b9f0bb" providerId="LiveId" clId="{64E4B19A-73B1-4343-A1A5-4E9AB4CE8497}"/>
    <pc:docChg chg="undo redo custSel delSld modSld">
      <pc:chgData name="VAMSHI KRISHNA" userId="6f029549c2b9f0bb" providerId="LiveId" clId="{64E4B19A-73B1-4343-A1A5-4E9AB4CE8497}" dt="2025-12-10T14:53:22.626" v="1131" actId="20577"/>
      <pc:docMkLst>
        <pc:docMk/>
      </pc:docMkLst>
      <pc:sldChg chg="addSp delSp modSp mod">
        <pc:chgData name="VAMSHI KRISHNA" userId="6f029549c2b9f0bb" providerId="LiveId" clId="{64E4B19A-73B1-4343-A1A5-4E9AB4CE8497}" dt="2025-12-10T14:52:13.903" v="1036" actId="20577"/>
        <pc:sldMkLst>
          <pc:docMk/>
          <pc:sldMk cId="0" sldId="259"/>
        </pc:sldMkLst>
        <pc:spChg chg="mod">
          <ac:chgData name="VAMSHI KRISHNA" userId="6f029549c2b9f0bb" providerId="LiveId" clId="{64E4B19A-73B1-4343-A1A5-4E9AB4CE8497}" dt="2025-12-10T14:51:12.809" v="1024" actId="20577"/>
          <ac:spMkLst>
            <pc:docMk/>
            <pc:sldMk cId="0" sldId="259"/>
            <ac:spMk id="5" creationId="{9ACF8965-95F3-E3DD-CF99-AD76067AEF77}"/>
          </ac:spMkLst>
        </pc:spChg>
        <pc:spChg chg="mod">
          <ac:chgData name="VAMSHI KRISHNA" userId="6f029549c2b9f0bb" providerId="LiveId" clId="{64E4B19A-73B1-4343-A1A5-4E9AB4CE8497}" dt="2025-12-10T14:52:13.903" v="1036" actId="20577"/>
          <ac:spMkLst>
            <pc:docMk/>
            <pc:sldMk cId="0" sldId="259"/>
            <ac:spMk id="109" creationId="{00000000-0000-0000-0000-000000000000}"/>
          </ac:spMkLst>
        </pc:spChg>
        <pc:spChg chg="mod">
          <ac:chgData name="VAMSHI KRISHNA" userId="6f029549c2b9f0bb" providerId="LiveId" clId="{64E4B19A-73B1-4343-A1A5-4E9AB4CE8497}" dt="2025-12-10T14:51:53.973" v="1027" actId="20577"/>
          <ac:spMkLst>
            <pc:docMk/>
            <pc:sldMk cId="0" sldId="259"/>
            <ac:spMk id="111" creationId="{00000000-0000-0000-0000-000000000000}"/>
          </ac:spMkLst>
        </pc:spChg>
        <pc:spChg chg="mod">
          <ac:chgData name="VAMSHI KRISHNA" userId="6f029549c2b9f0bb" providerId="LiveId" clId="{64E4B19A-73B1-4343-A1A5-4E9AB4CE8497}" dt="2025-12-10T14:14:43.645" v="622" actId="1036"/>
          <ac:spMkLst>
            <pc:docMk/>
            <pc:sldMk cId="0" sldId="259"/>
            <ac:spMk id="112" creationId="{00000000-0000-0000-0000-000000000000}"/>
          </ac:spMkLst>
        </pc:spChg>
        <pc:spChg chg="mod">
          <ac:chgData name="VAMSHI KRISHNA" userId="6f029549c2b9f0bb" providerId="LiveId" clId="{64E4B19A-73B1-4343-A1A5-4E9AB4CE8497}" dt="2025-12-10T14:18:00.840" v="755" actId="20577"/>
          <ac:spMkLst>
            <pc:docMk/>
            <pc:sldMk cId="0" sldId="259"/>
            <ac:spMk id="113" creationId="{00000000-0000-0000-0000-000000000000}"/>
          </ac:spMkLst>
        </pc:spChg>
        <pc:picChg chg="add del">
          <ac:chgData name="VAMSHI KRISHNA" userId="6f029549c2b9f0bb" providerId="LiveId" clId="{64E4B19A-73B1-4343-A1A5-4E9AB4CE8497}" dt="2025-12-10T14:04:57.108" v="384" actId="478"/>
          <ac:picMkLst>
            <pc:docMk/>
            <pc:sldMk cId="0" sldId="259"/>
            <ac:picMk id="3" creationId="{955816E6-4B6E-A413-0683-7BEB35235055}"/>
          </ac:picMkLst>
        </pc:picChg>
        <pc:picChg chg="add mod">
          <ac:chgData name="VAMSHI KRISHNA" userId="6f029549c2b9f0bb" providerId="LiveId" clId="{64E4B19A-73B1-4343-A1A5-4E9AB4CE8497}" dt="2025-12-10T14:05:07.585" v="388" actId="1076"/>
          <ac:picMkLst>
            <pc:docMk/>
            <pc:sldMk cId="0" sldId="259"/>
            <ac:picMk id="4" creationId="{0A7F8233-A0F8-CCA5-23BB-7526AFAFB929}"/>
          </ac:picMkLst>
        </pc:picChg>
      </pc:sldChg>
      <pc:sldChg chg="addSp delSp modSp mod">
        <pc:chgData name="VAMSHI KRISHNA" userId="6f029549c2b9f0bb" providerId="LiveId" clId="{64E4B19A-73B1-4343-A1A5-4E9AB4CE8497}" dt="2025-12-10T14:32:18.642" v="978" actId="20577"/>
        <pc:sldMkLst>
          <pc:docMk/>
          <pc:sldMk cId="0" sldId="262"/>
        </pc:sldMkLst>
        <pc:spChg chg="mod">
          <ac:chgData name="VAMSHI KRISHNA" userId="6f029549c2b9f0bb" providerId="LiveId" clId="{64E4B19A-73B1-4343-A1A5-4E9AB4CE8497}" dt="2025-12-10T14:29:24.648" v="970" actId="20577"/>
          <ac:spMkLst>
            <pc:docMk/>
            <pc:sldMk cId="0" sldId="262"/>
            <ac:spMk id="2" creationId="{58BC67A1-346D-734F-321E-2098D1481674}"/>
          </ac:spMkLst>
        </pc:spChg>
        <pc:spChg chg="add mod">
          <ac:chgData name="VAMSHI KRISHNA" userId="6f029549c2b9f0bb" providerId="LiveId" clId="{64E4B19A-73B1-4343-A1A5-4E9AB4CE8497}" dt="2025-12-10T14:32:18.642" v="978" actId="20577"/>
          <ac:spMkLst>
            <pc:docMk/>
            <pc:sldMk cId="0" sldId="262"/>
            <ac:spMk id="5" creationId="{57DC16CC-88C1-2C4A-A114-BE1C76847A56}"/>
          </ac:spMkLst>
        </pc:spChg>
        <pc:spChg chg="mod">
          <ac:chgData name="VAMSHI KRISHNA" userId="6f029549c2b9f0bb" providerId="LiveId" clId="{64E4B19A-73B1-4343-A1A5-4E9AB4CE8497}" dt="2025-12-10T14:27:55.206" v="960" actId="20577"/>
          <ac:spMkLst>
            <pc:docMk/>
            <pc:sldMk cId="0" sldId="262"/>
            <ac:spMk id="137" creationId="{00000000-0000-0000-0000-000000000000}"/>
          </ac:spMkLst>
        </pc:spChg>
        <pc:picChg chg="del">
          <ac:chgData name="VAMSHI KRISHNA" userId="6f029549c2b9f0bb" providerId="LiveId" clId="{64E4B19A-73B1-4343-A1A5-4E9AB4CE8497}" dt="2025-12-10T14:28:53.592" v="966" actId="478"/>
          <ac:picMkLst>
            <pc:docMk/>
            <pc:sldMk cId="0" sldId="262"/>
            <ac:picMk id="4" creationId="{A4F296F4-3FDF-2F03-DC43-BAF5F7398DB2}"/>
          </ac:picMkLst>
        </pc:picChg>
      </pc:sldChg>
      <pc:sldChg chg="modSp mod">
        <pc:chgData name="VAMSHI KRISHNA" userId="6f029549c2b9f0bb" providerId="LiveId" clId="{64E4B19A-73B1-4343-A1A5-4E9AB4CE8497}" dt="2025-12-10T14:41:48.154" v="1004" actId="20577"/>
        <pc:sldMkLst>
          <pc:docMk/>
          <pc:sldMk cId="4148532546" sldId="289"/>
        </pc:sldMkLst>
        <pc:spChg chg="mod">
          <ac:chgData name="VAMSHI KRISHNA" userId="6f029549c2b9f0bb" providerId="LiveId" clId="{64E4B19A-73B1-4343-A1A5-4E9AB4CE8497}" dt="2025-12-10T14:41:48.154" v="1004" actId="20577"/>
          <ac:spMkLst>
            <pc:docMk/>
            <pc:sldMk cId="4148532546" sldId="289"/>
            <ac:spMk id="2" creationId="{3440AEE4-CC66-FE42-B0C3-2CC7AFD37D1C}"/>
          </ac:spMkLst>
        </pc:spChg>
        <pc:spChg chg="mod">
          <ac:chgData name="VAMSHI KRISHNA" userId="6f029549c2b9f0bb" providerId="LiveId" clId="{64E4B19A-73B1-4343-A1A5-4E9AB4CE8497}" dt="2025-12-09T22:20:08.611" v="65" actId="20577"/>
          <ac:spMkLst>
            <pc:docMk/>
            <pc:sldMk cId="4148532546" sldId="289"/>
            <ac:spMk id="3" creationId="{8275DA97-5166-7F4B-BC83-F50AC8BEDCD7}"/>
          </ac:spMkLst>
        </pc:spChg>
        <pc:spChg chg="mod">
          <ac:chgData name="VAMSHI KRISHNA" userId="6f029549c2b9f0bb" providerId="LiveId" clId="{64E4B19A-73B1-4343-A1A5-4E9AB4CE8497}" dt="2025-12-09T22:31:13.661" v="345" actId="20577"/>
          <ac:spMkLst>
            <pc:docMk/>
            <pc:sldMk cId="4148532546" sldId="289"/>
            <ac:spMk id="4" creationId="{6E7F4D14-5620-EC41-A86C-6CC3CFD691B4}"/>
          </ac:spMkLst>
        </pc:spChg>
      </pc:sldChg>
      <pc:sldChg chg="modSp mod">
        <pc:chgData name="VAMSHI KRISHNA" userId="6f029549c2b9f0bb" providerId="LiveId" clId="{64E4B19A-73B1-4343-A1A5-4E9AB4CE8497}" dt="2025-12-09T22:31:24.635" v="347" actId="20577"/>
        <pc:sldMkLst>
          <pc:docMk/>
          <pc:sldMk cId="1718004908" sldId="329"/>
        </pc:sldMkLst>
        <pc:spChg chg="mod">
          <ac:chgData name="VAMSHI KRISHNA" userId="6f029549c2b9f0bb" providerId="LiveId" clId="{64E4B19A-73B1-4343-A1A5-4E9AB4CE8497}" dt="2025-12-09T22:30:07.838" v="338" actId="20577"/>
          <ac:spMkLst>
            <pc:docMk/>
            <pc:sldMk cId="1718004908" sldId="329"/>
            <ac:spMk id="2" creationId="{7D9D8228-727F-1E46-B5AD-91D158B8255E}"/>
          </ac:spMkLst>
        </pc:spChg>
        <pc:spChg chg="mod">
          <ac:chgData name="VAMSHI KRISHNA" userId="6f029549c2b9f0bb" providerId="LiveId" clId="{64E4B19A-73B1-4343-A1A5-4E9AB4CE8497}" dt="2025-12-09T22:31:24.635" v="347" actId="20577"/>
          <ac:spMkLst>
            <pc:docMk/>
            <pc:sldMk cId="1718004908" sldId="329"/>
            <ac:spMk id="3" creationId="{00EBC183-8AA5-EC44-9987-D65F5C1892A1}"/>
          </ac:spMkLst>
        </pc:spChg>
      </pc:sldChg>
      <pc:sldChg chg="del">
        <pc:chgData name="VAMSHI KRISHNA" userId="6f029549c2b9f0bb" providerId="LiveId" clId="{64E4B19A-73B1-4343-A1A5-4E9AB4CE8497}" dt="2025-12-10T14:23:32.308" v="912" actId="2696"/>
        <pc:sldMkLst>
          <pc:docMk/>
          <pc:sldMk cId="2723358785" sldId="340"/>
        </pc:sldMkLst>
      </pc:sldChg>
      <pc:sldChg chg="addSp delSp modSp mod">
        <pc:chgData name="VAMSHI KRISHNA" userId="6f029549c2b9f0bb" providerId="LiveId" clId="{64E4B19A-73B1-4343-A1A5-4E9AB4CE8497}" dt="2025-12-09T23:03:12.045" v="371"/>
        <pc:sldMkLst>
          <pc:docMk/>
          <pc:sldMk cId="3690789484" sldId="347"/>
        </pc:sldMkLst>
        <pc:spChg chg="mod">
          <ac:chgData name="VAMSHI KRISHNA" userId="6f029549c2b9f0bb" providerId="LiveId" clId="{64E4B19A-73B1-4343-A1A5-4E9AB4CE8497}" dt="2025-12-09T22:31:36.856" v="349" actId="20577"/>
          <ac:spMkLst>
            <pc:docMk/>
            <pc:sldMk cId="3690789484" sldId="347"/>
            <ac:spMk id="3" creationId="{7F0D3922-8E88-BA20-5E07-992A47701C33}"/>
          </ac:spMkLst>
        </pc:spChg>
        <pc:spChg chg="mod">
          <ac:chgData name="VAMSHI KRISHNA" userId="6f029549c2b9f0bb" providerId="LiveId" clId="{64E4B19A-73B1-4343-A1A5-4E9AB4CE8497}" dt="2025-12-09T23:03:12.045" v="371"/>
          <ac:spMkLst>
            <pc:docMk/>
            <pc:sldMk cId="3690789484" sldId="347"/>
            <ac:spMk id="7" creationId="{9F9F570E-FE77-4E43-BFC3-E5150E5F951A}"/>
          </ac:spMkLst>
        </pc:spChg>
        <pc:picChg chg="del">
          <ac:chgData name="VAMSHI KRISHNA" userId="6f029549c2b9f0bb" providerId="LiveId" clId="{64E4B19A-73B1-4343-A1A5-4E9AB4CE8497}" dt="2025-12-09T22:55:13.912" v="366" actId="478"/>
          <ac:picMkLst>
            <pc:docMk/>
            <pc:sldMk cId="3690789484" sldId="347"/>
            <ac:picMk id="5" creationId="{421B0468-C317-C2FE-2803-FC20CFB8A926}"/>
          </ac:picMkLst>
        </pc:picChg>
        <pc:picChg chg="add mod">
          <ac:chgData name="VAMSHI KRISHNA" userId="6f029549c2b9f0bb" providerId="LiveId" clId="{64E4B19A-73B1-4343-A1A5-4E9AB4CE8497}" dt="2025-12-09T22:55:06.754" v="365"/>
          <ac:picMkLst>
            <pc:docMk/>
            <pc:sldMk cId="3690789484" sldId="347"/>
            <ac:picMk id="8" creationId="{5CD1CA0E-7340-55FB-5679-CF484BDAD02E}"/>
          </ac:picMkLst>
        </pc:picChg>
        <pc:picChg chg="add mod">
          <ac:chgData name="VAMSHI KRISHNA" userId="6f029549c2b9f0bb" providerId="LiveId" clId="{64E4B19A-73B1-4343-A1A5-4E9AB4CE8497}" dt="2025-12-09T22:55:25.924" v="370" actId="1076"/>
          <ac:picMkLst>
            <pc:docMk/>
            <pc:sldMk cId="3690789484" sldId="347"/>
            <ac:picMk id="10" creationId="{AA12F77C-86AF-DBFD-8187-4CBDCC4F168E}"/>
          </ac:picMkLst>
        </pc:picChg>
      </pc:sldChg>
      <pc:sldChg chg="addSp delSp modSp mod">
        <pc:chgData name="VAMSHI KRISHNA" userId="6f029549c2b9f0bb" providerId="LiveId" clId="{64E4B19A-73B1-4343-A1A5-4E9AB4CE8497}" dt="2025-12-10T14:23:03.734" v="911" actId="20577"/>
        <pc:sldMkLst>
          <pc:docMk/>
          <pc:sldMk cId="2640062094" sldId="350"/>
        </pc:sldMkLst>
        <pc:spChg chg="mod">
          <ac:chgData name="VAMSHI KRISHNA" userId="6f029549c2b9f0bb" providerId="LiveId" clId="{64E4B19A-73B1-4343-A1A5-4E9AB4CE8497}" dt="2025-12-10T14:21:39.852" v="867" actId="20577"/>
          <ac:spMkLst>
            <pc:docMk/>
            <pc:sldMk cId="2640062094" sldId="350"/>
            <ac:spMk id="5" creationId="{C601F936-5B52-3D56-5066-56F165044227}"/>
          </ac:spMkLst>
        </pc:spChg>
        <pc:spChg chg="mod">
          <ac:chgData name="VAMSHI KRISHNA" userId="6f029549c2b9f0bb" providerId="LiveId" clId="{64E4B19A-73B1-4343-A1A5-4E9AB4CE8497}" dt="2025-12-10T14:17:01.827" v="728" actId="20577"/>
          <ac:spMkLst>
            <pc:docMk/>
            <pc:sldMk cId="2640062094" sldId="350"/>
            <ac:spMk id="109" creationId="{4BFF152D-6C79-920F-B25D-CD39C8EDD85E}"/>
          </ac:spMkLst>
        </pc:spChg>
        <pc:spChg chg="mod">
          <ac:chgData name="VAMSHI KRISHNA" userId="6f029549c2b9f0bb" providerId="LiveId" clId="{64E4B19A-73B1-4343-A1A5-4E9AB4CE8497}" dt="2025-12-10T14:17:19.493" v="741" actId="20577"/>
          <ac:spMkLst>
            <pc:docMk/>
            <pc:sldMk cId="2640062094" sldId="350"/>
            <ac:spMk id="111" creationId="{C36ACD2A-D7FA-F456-D1C5-CD8B7696008E}"/>
          </ac:spMkLst>
        </pc:spChg>
        <pc:spChg chg="mod">
          <ac:chgData name="VAMSHI KRISHNA" userId="6f029549c2b9f0bb" providerId="LiveId" clId="{64E4B19A-73B1-4343-A1A5-4E9AB4CE8497}" dt="2025-12-10T14:23:03.734" v="911" actId="20577"/>
          <ac:spMkLst>
            <pc:docMk/>
            <pc:sldMk cId="2640062094" sldId="350"/>
            <ac:spMk id="113" creationId="{76628D5F-F2D3-B333-7926-179E774DD7B4}"/>
          </ac:spMkLst>
        </pc:spChg>
        <pc:picChg chg="add del mod">
          <ac:chgData name="VAMSHI KRISHNA" userId="6f029549c2b9f0bb" providerId="LiveId" clId="{64E4B19A-73B1-4343-A1A5-4E9AB4CE8497}" dt="2025-12-10T14:19:25.423" v="758" actId="478"/>
          <ac:picMkLst>
            <pc:docMk/>
            <pc:sldMk cId="2640062094" sldId="350"/>
            <ac:picMk id="3" creationId="{7C4555EC-39BD-22BD-C520-EC03F904507A}"/>
          </ac:picMkLst>
        </pc:picChg>
        <pc:picChg chg="add del">
          <ac:chgData name="VAMSHI KRISHNA" userId="6f029549c2b9f0bb" providerId="LiveId" clId="{64E4B19A-73B1-4343-A1A5-4E9AB4CE8497}" dt="2025-12-10T14:06:32.264" v="400" actId="478"/>
          <ac:picMkLst>
            <pc:docMk/>
            <pc:sldMk cId="2640062094" sldId="350"/>
            <ac:picMk id="4" creationId="{0AB5CF9B-42C4-4E4D-6E75-4A12C712C1DB}"/>
          </ac:picMkLst>
        </pc:picChg>
        <pc:picChg chg="add mod">
          <ac:chgData name="VAMSHI KRISHNA" userId="6f029549c2b9f0bb" providerId="LiveId" clId="{64E4B19A-73B1-4343-A1A5-4E9AB4CE8497}" dt="2025-12-10T14:19:22.252" v="757"/>
          <ac:picMkLst>
            <pc:docMk/>
            <pc:sldMk cId="2640062094" sldId="350"/>
            <ac:picMk id="7" creationId="{7EC1E488-6B43-43B7-218F-8C123CBA83A6}"/>
          </ac:picMkLst>
        </pc:picChg>
      </pc:sldChg>
      <pc:sldChg chg="addSp delSp modSp mod">
        <pc:chgData name="VAMSHI KRISHNA" userId="6f029549c2b9f0bb" providerId="LiveId" clId="{64E4B19A-73B1-4343-A1A5-4E9AB4CE8497}" dt="2025-12-10T14:53:22.626" v="1131" actId="20577"/>
        <pc:sldMkLst>
          <pc:docMk/>
          <pc:sldMk cId="2103343374" sldId="351"/>
        </pc:sldMkLst>
        <pc:spChg chg="mod">
          <ac:chgData name="VAMSHI KRISHNA" userId="6f029549c2b9f0bb" providerId="LiveId" clId="{64E4B19A-73B1-4343-A1A5-4E9AB4CE8497}" dt="2025-12-10T14:20:57.952" v="829" actId="20577"/>
          <ac:spMkLst>
            <pc:docMk/>
            <pc:sldMk cId="2103343374" sldId="351"/>
            <ac:spMk id="5" creationId="{1EB8C849-0CC6-2347-D7BF-1BC0FDE77170}"/>
          </ac:spMkLst>
        </pc:spChg>
        <pc:spChg chg="mod">
          <ac:chgData name="VAMSHI KRISHNA" userId="6f029549c2b9f0bb" providerId="LiveId" clId="{64E4B19A-73B1-4343-A1A5-4E9AB4CE8497}" dt="2025-12-10T14:53:22.626" v="1131" actId="20577"/>
          <ac:spMkLst>
            <pc:docMk/>
            <pc:sldMk cId="2103343374" sldId="351"/>
            <ac:spMk id="111" creationId="{83CDF2D2-C842-B56D-4257-CD462A178F28}"/>
          </ac:spMkLst>
        </pc:spChg>
        <pc:spChg chg="mod">
          <ac:chgData name="VAMSHI KRISHNA" userId="6f029549c2b9f0bb" providerId="LiveId" clId="{64E4B19A-73B1-4343-A1A5-4E9AB4CE8497}" dt="2025-12-10T14:21:14.506" v="830"/>
          <ac:spMkLst>
            <pc:docMk/>
            <pc:sldMk cId="2103343374" sldId="351"/>
            <ac:spMk id="113" creationId="{E5CBC4E0-679C-4D4C-80CE-DA4864336D93}"/>
          </ac:spMkLst>
        </pc:spChg>
        <pc:picChg chg="add mod">
          <ac:chgData name="VAMSHI KRISHNA" userId="6f029549c2b9f0bb" providerId="LiveId" clId="{64E4B19A-73B1-4343-A1A5-4E9AB4CE8497}" dt="2025-12-10T14:20:19.444" v="785"/>
          <ac:picMkLst>
            <pc:docMk/>
            <pc:sldMk cId="2103343374" sldId="351"/>
            <ac:picMk id="3" creationId="{EBBFBA60-B435-B927-3659-EF52FCED962B}"/>
          </ac:picMkLst>
        </pc:picChg>
        <pc:picChg chg="del">
          <ac:chgData name="VAMSHI KRISHNA" userId="6f029549c2b9f0bb" providerId="LiveId" clId="{64E4B19A-73B1-4343-A1A5-4E9AB4CE8497}" dt="2025-12-10T14:20:23.099" v="786" actId="478"/>
          <ac:picMkLst>
            <pc:docMk/>
            <pc:sldMk cId="2103343374" sldId="351"/>
            <ac:picMk id="4" creationId="{0DBC751F-CDF2-5C79-9A30-E4E9C26521CA}"/>
          </ac:picMkLst>
        </pc:picChg>
        <pc:picChg chg="add mod">
          <ac:chgData name="VAMSHI KRISHNA" userId="6f029549c2b9f0bb" providerId="LiveId" clId="{64E4B19A-73B1-4343-A1A5-4E9AB4CE8497}" dt="2025-12-10T14:20:36.760" v="791" actId="14100"/>
          <ac:picMkLst>
            <pc:docMk/>
            <pc:sldMk cId="2103343374" sldId="351"/>
            <ac:picMk id="7" creationId="{63305041-487A-5BCD-9906-5462A85E3373}"/>
          </ac:picMkLst>
        </pc:picChg>
      </pc:sldChg>
      <pc:sldChg chg="addSp delSp modSp mod">
        <pc:chgData name="VAMSHI KRISHNA" userId="6f029549c2b9f0bb" providerId="LiveId" clId="{64E4B19A-73B1-4343-A1A5-4E9AB4CE8497}" dt="2025-12-10T14:40:35.202" v="996" actId="1076"/>
        <pc:sldMkLst>
          <pc:docMk/>
          <pc:sldMk cId="1076843637" sldId="352"/>
        </pc:sldMkLst>
        <pc:spChg chg="mod">
          <ac:chgData name="VAMSHI KRISHNA" userId="6f029549c2b9f0bb" providerId="LiveId" clId="{64E4B19A-73B1-4343-A1A5-4E9AB4CE8497}" dt="2025-12-10T14:37:16.038" v="989" actId="1076"/>
          <ac:spMkLst>
            <pc:docMk/>
            <pc:sldMk cId="1076843637" sldId="352"/>
            <ac:spMk id="2" creationId="{AE914057-BDFA-A5B2-0C63-DA39BB3FD51D}"/>
          </ac:spMkLst>
        </pc:spChg>
        <pc:spChg chg="mod">
          <ac:chgData name="VAMSHI KRISHNA" userId="6f029549c2b9f0bb" providerId="LiveId" clId="{64E4B19A-73B1-4343-A1A5-4E9AB4CE8497}" dt="2025-12-09T23:04:33.223" v="374" actId="1076"/>
          <ac:spMkLst>
            <pc:docMk/>
            <pc:sldMk cId="1076843637" sldId="352"/>
            <ac:spMk id="4" creationId="{535E275A-C4C6-D950-8666-649AA843EB2A}"/>
          </ac:spMkLst>
        </pc:spChg>
        <pc:spChg chg="add mod">
          <ac:chgData name="VAMSHI KRISHNA" userId="6f029549c2b9f0bb" providerId="LiveId" clId="{64E4B19A-73B1-4343-A1A5-4E9AB4CE8497}" dt="2025-12-10T14:40:35.202" v="996" actId="1076"/>
          <ac:spMkLst>
            <pc:docMk/>
            <pc:sldMk cId="1076843637" sldId="352"/>
            <ac:spMk id="8" creationId="{826B46C6-64E5-CB61-2D73-B0E045754346}"/>
          </ac:spMkLst>
        </pc:spChg>
        <pc:picChg chg="add mod modCrop">
          <ac:chgData name="VAMSHI KRISHNA" userId="6f029549c2b9f0bb" providerId="LiveId" clId="{64E4B19A-73B1-4343-A1A5-4E9AB4CE8497}" dt="2025-12-10T14:39:53.903" v="994" actId="14100"/>
          <ac:picMkLst>
            <pc:docMk/>
            <pc:sldMk cId="1076843637" sldId="352"/>
            <ac:picMk id="5" creationId="{B126F98F-51DB-A833-087C-79C1F7C2955E}"/>
          </ac:picMkLst>
        </pc:picChg>
        <pc:picChg chg="del mod">
          <ac:chgData name="VAMSHI KRISHNA" userId="6f029549c2b9f0bb" providerId="LiveId" clId="{64E4B19A-73B1-4343-A1A5-4E9AB4CE8497}" dt="2025-12-10T14:35:25.829" v="984" actId="478"/>
          <ac:picMkLst>
            <pc:docMk/>
            <pc:sldMk cId="1076843637" sldId="352"/>
            <ac:picMk id="6" creationId="{8E55456B-C82B-10DC-1294-C361767A1659}"/>
          </ac:picMkLst>
        </pc:picChg>
      </pc:sldChg>
      <pc:sldChg chg="del">
        <pc:chgData name="VAMSHI KRISHNA" userId="6f029549c2b9f0bb" providerId="LiveId" clId="{64E4B19A-73B1-4343-A1A5-4E9AB4CE8497}" dt="2025-12-10T14:32:30.917" v="979" actId="2696"/>
        <pc:sldMkLst>
          <pc:docMk/>
          <pc:sldMk cId="1101053050" sldId="353"/>
        </pc:sldMkLst>
      </pc:sldChg>
      <pc:sldChg chg="del">
        <pc:chgData name="VAMSHI KRISHNA" userId="6f029549c2b9f0bb" providerId="LiveId" clId="{64E4B19A-73B1-4343-A1A5-4E9AB4CE8497}" dt="2025-12-10T14:32:37.588" v="980" actId="2696"/>
        <pc:sldMkLst>
          <pc:docMk/>
          <pc:sldMk cId="3596274778" sldId="35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8966F2-21A1-4B2B-ADA6-AD0BB447B7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468BB-CDF2-4507-B4EF-7B369D307A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AC3A-BD1F-4A00-9099-74B95789FE00}" type="datetimeFigureOut">
              <a:rPr lang="en-GB" smtClean="0"/>
              <a:pPr/>
              <a:t>10/12/2025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BCF7D-6037-48D3-84E5-56B8B05521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9E732-656C-4BB5-ACCB-1568C5C66D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51D9-0FEB-436E-9280-D6033F6035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584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3T12:25:27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3T12:25:27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59C8A-39F6-4045-9163-4042C4C26B15}" type="datetimeFigureOut">
              <a:rPr lang="en-GB" smtClean="0"/>
              <a:pPr/>
              <a:t>10/12/2025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70952-48CC-46D7-9FCD-59FAD40CC02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23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941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43263-7B7F-9669-8C74-54BD783A1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F9180-8333-4707-E031-7BA805E9E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1D82B-21FD-4588-7EA3-72B3F980E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12444-4EE2-3565-F6CC-E32814525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823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10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Hertfordshire logo">
            <a:extLst>
              <a:ext uri="{FF2B5EF4-FFF2-40B4-BE49-F238E27FC236}">
                <a16:creationId xmlns:a16="http://schemas.microsoft.com/office/drawing/2014/main" id="{16E4BB13-0D32-AA4A-BF91-2B76A7C182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4000" y="2854800"/>
            <a:ext cx="6501600" cy="115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6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4000" y="1890000"/>
            <a:ext cx="10031156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BCCF2CA0-CCE3-4304-8F31-4D1CC50BC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000" y="5511600"/>
            <a:ext cx="2242800" cy="39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1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890000"/>
            <a:ext cx="7200000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91022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449821-0D0D-644D-97A3-D56097A9C6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6EB17-8019-7B4E-B53C-76B057A7C31F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03EF50-F00F-9643-BE53-F0A5272FC4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998" y="5517266"/>
            <a:ext cx="2244881" cy="3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0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FBDFA-876B-4255-A301-F62F1EDD8D6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73668" y="2717444"/>
            <a:ext cx="4903200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6000" y="2717444"/>
            <a:ext cx="4456800" cy="31752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A19DAE-53D8-4F04-A4B9-B6EDFC23886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4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5" userDrawn="1">
          <p15:clr>
            <a:srgbClr val="FBAE40"/>
          </p15:clr>
        </p15:guide>
        <p15:guide id="3" pos="3989" userDrawn="1">
          <p15:clr>
            <a:srgbClr val="FBAE40"/>
          </p15:clr>
        </p15:guide>
        <p15:guide id="4" pos="37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2717600"/>
            <a:ext cx="10251722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32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/>
          <a:p>
            <a:r>
              <a:rPr lang="en-US"/>
              <a:t>Click to add title.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73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r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9D4C03-E8B1-644E-949B-F7AF911818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chemeClr val="bg1"/>
                </a:solidFill>
              </a:defRPr>
            </a:lvl1pPr>
            <a:lvl2pPr>
              <a:defRPr lang="en-US" dirty="0" smtClean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EDA17D-AAE6-954F-93C6-90B8D7B80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62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35952" y="2728800"/>
            <a:ext cx="2959200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GB" spc="-100" baseline="0" dirty="0"/>
            </a:lvl4pPr>
            <a:lvl5pPr>
              <a:defRPr spc="-100" baseline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74043F1-6F14-49BD-83CA-12B559ABC1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088" y="2728913"/>
            <a:ext cx="6400800" cy="4129087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51C537-0174-43E5-8B81-C80AF1D06831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11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FCF96-B7D6-4CCD-A4AE-46A67249D3B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1F3B7A-B2BF-40FC-8EB2-F1C37D3164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3999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5B7A667-B99F-7A41-AAC3-ED24B9B1D92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78804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3C1FF47-695D-B348-AF37-1ADF5736FA9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13975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04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7C322-846C-9045-AD91-A93C82FC5A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92035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9ABCF9A5-761F-434B-BBB5-D788CB1E79D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140400" y="140400"/>
            <a:ext cx="11916000" cy="6580800"/>
          </a:xfrm>
          <a:solidFill>
            <a:schemeClr val="bg1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80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99880E3-4DE3-A642-9738-DF49DDCC9AC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70139" y="4079342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37D495-D835-8E4B-A177-5E12F893DD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077200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6804C7E-983C-9246-90C0-AF8A0CE2CA8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23669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410427-8F1D-7541-9C05-AFDD3531678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6217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8B7D5964-7A97-5742-8717-CCB747F84A0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01570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44933FE-A401-A841-9AC3-B75285AA32D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569236" y="1640942"/>
            <a:ext cx="2160587" cy="21605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31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2CE188-32E7-4242-9E44-E8055FC030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002" y="5511600"/>
            <a:ext cx="2242795" cy="397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844" y="1964352"/>
            <a:ext cx="11828559" cy="1051570"/>
          </a:xfrm>
        </p:spPr>
        <p:txBody>
          <a:bodyPr vert="horz" wrap="none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lang="en-GB" sz="7386" spc="-3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8186"/>
              </a:lnSpc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BE80A-BFEC-E24A-B510-73A571F1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B25B4-144A-5B4A-8EAD-2022412D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170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37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A62CF-E2B4-496D-829D-DCE37260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84EF4-0E07-4BF3-A4AB-3E8632AA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139" y="2717600"/>
            <a:ext cx="10279150" cy="317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 b="1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27A5D-B761-4C2F-97E6-5D8254424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0139" y="775255"/>
            <a:ext cx="7176911" cy="2308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661B1-4E4B-4F85-ACA3-C34023D70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5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00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77" r:id="rId3"/>
    <p:sldLayoutId id="2147483652" r:id="rId4"/>
    <p:sldLayoutId id="2147483682" r:id="rId5"/>
    <p:sldLayoutId id="2147483721" r:id="rId6"/>
    <p:sldLayoutId id="2147483722" r:id="rId7"/>
    <p:sldLayoutId id="2147483684" r:id="rId8"/>
    <p:sldLayoutId id="2147483685" r:id="rId9"/>
    <p:sldLayoutId id="2147483686" r:id="rId10"/>
    <p:sldLayoutId id="2147483723" r:id="rId11"/>
    <p:sldLayoutId id="2147483706" r:id="rId12"/>
    <p:sldLayoutId id="2147483697" r:id="rId13"/>
    <p:sldLayoutId id="2147483724" r:id="rId14"/>
  </p:sldLayoutIdLst>
  <p:hf hd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2000" spc="-100" baseline="0">
          <a:solidFill>
            <a:srgbClr val="20323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b="1" kern="2000" spc="-100" baseline="0">
          <a:solidFill>
            <a:srgbClr val="20323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Char char="■"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rgbClr val="20323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rgbClr val="2032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4" pos="604" userDrawn="1">
          <p15:clr>
            <a:srgbClr val="F26B43"/>
          </p15:clr>
        </p15:guide>
        <p15:guide id="5" pos="7076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604" userDrawn="1">
          <p15:clr>
            <a:srgbClr val="F26B43"/>
          </p15:clr>
        </p15:guide>
        <p15:guide id="10" orient="horz" pos="3712" userDrawn="1">
          <p15:clr>
            <a:srgbClr val="F26B43"/>
          </p15:clr>
        </p15:guide>
        <p15:guide id="11" orient="horz" pos="11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AEE4-CC66-FE42-B0C3-2CC7AFD37D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 and Analysis – </a:t>
            </a:r>
            <a:br>
              <a:rPr lang="en-US" dirty="0"/>
            </a:br>
            <a:r>
              <a:rPr lang="en-US" sz="4000" dirty="0"/>
              <a:t>Tutorial Presentation for Feedback</a:t>
            </a:r>
            <a:br>
              <a:rPr lang="en-US" sz="4000" dirty="0"/>
            </a:br>
            <a:r>
              <a:rPr lang="en-US" sz="2200" dirty="0"/>
              <a:t>Date:  06/22/2025</a:t>
            </a:r>
            <a:br>
              <a:rPr lang="en-US" sz="8000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5DA97-5166-7F4B-BC83-F50AC8BEDC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/>
              <a:t>Group Id: A 179                               Name of Student Presenting: </a:t>
            </a:r>
            <a:r>
              <a:rPr lang="en-US" sz="2000" dirty="0" err="1"/>
              <a:t>Nandharapu</a:t>
            </a:r>
            <a:r>
              <a:rPr lang="en-US" sz="2000" dirty="0"/>
              <a:t> Prasanth Kumar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F4D14-5620-EC41-A86C-6CC3CFD6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3293" y="345915"/>
            <a:ext cx="10455567" cy="736245"/>
          </a:xfrm>
        </p:spPr>
        <p:txBody>
          <a:bodyPr/>
          <a:lstStyle/>
          <a:p>
            <a:r>
              <a:rPr lang="en-GB" dirty="0"/>
              <a:t>7COM1079-2025  Student Group No: A179</a:t>
            </a:r>
          </a:p>
          <a:p>
            <a:r>
              <a:rPr lang="en-GB" dirty="0"/>
              <a:t>Names of Student Attendees: </a:t>
            </a:r>
            <a:r>
              <a:rPr lang="en-GB" dirty="0" err="1"/>
              <a:t>Nandharapu</a:t>
            </a:r>
            <a:r>
              <a:rPr lang="en-GB" dirty="0"/>
              <a:t> Prasanth </a:t>
            </a:r>
            <a:r>
              <a:rPr lang="en-GB" dirty="0" err="1"/>
              <a:t>kumar</a:t>
            </a:r>
            <a:r>
              <a:rPr lang="en-GB" dirty="0"/>
              <a:t> (24077382), Vamshi Krishna </a:t>
            </a:r>
            <a:r>
              <a:rPr lang="en-GB" dirty="0" err="1"/>
              <a:t>Thanneeru</a:t>
            </a:r>
            <a:r>
              <a:rPr lang="en-GB" dirty="0"/>
              <a:t>(</a:t>
            </a:r>
            <a:r>
              <a:rPr lang="en-US" dirty="0"/>
              <a:t>24071911</a:t>
            </a:r>
            <a:r>
              <a:rPr lang="en-GB" dirty="0"/>
              <a:t>), Zakir Mohammad (24004714), Praveen Kumar </a:t>
            </a:r>
            <a:r>
              <a:rPr lang="en-GB" dirty="0" err="1"/>
              <a:t>Gowridevi</a:t>
            </a:r>
            <a:r>
              <a:rPr lang="en-GB" dirty="0"/>
              <a:t> (24085035),</a:t>
            </a:r>
            <a:r>
              <a:rPr lang="en-US" dirty="0"/>
              <a:t> Vijay Kumar </a:t>
            </a:r>
            <a:r>
              <a:rPr lang="en-US" dirty="0" err="1"/>
              <a:t>Kantamaneni</a:t>
            </a:r>
            <a:r>
              <a:rPr lang="en-US" dirty="0"/>
              <a:t> ( 24072033)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84311-58F1-BD4D-8FED-50D72C3DE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853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9D8228-727F-1E46-B5AD-91D158B82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2411482"/>
            <a:ext cx="10774428" cy="788918"/>
          </a:xfrm>
        </p:spPr>
        <p:txBody>
          <a:bodyPr/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We are using the dataset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Ford cars (UK market data)dataset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answer our Research Question  </a:t>
            </a:r>
          </a:p>
          <a:p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sz="2800" dirty="0">
                <a:solidFill>
                  <a:srgbClr val="FF0000"/>
                </a:solidFill>
              </a:rPr>
              <a:t>Correlation between mileage and price for used Ford cars (UK market data)”?</a:t>
            </a:r>
            <a:br>
              <a:rPr lang="en-US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BC183-8AA5-EC44-9987-D65F5C18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8" y="283022"/>
            <a:ext cx="9129687" cy="230832"/>
          </a:xfrm>
        </p:spPr>
        <p:txBody>
          <a:bodyPr/>
          <a:lstStyle/>
          <a:p>
            <a:r>
              <a:rPr lang="en-GB" dirty="0"/>
              <a:t>7COM1079-2025  Student Group No: A179</a:t>
            </a:r>
          </a:p>
          <a:p>
            <a:r>
              <a:rPr lang="en-GB" dirty="0"/>
              <a:t>Names of Student Attendees: </a:t>
            </a:r>
            <a:r>
              <a:rPr lang="en-GB" dirty="0" err="1"/>
              <a:t>Nandharapu</a:t>
            </a:r>
            <a:r>
              <a:rPr lang="en-GB" dirty="0"/>
              <a:t> Prasanth </a:t>
            </a:r>
            <a:r>
              <a:rPr lang="en-GB" dirty="0" err="1"/>
              <a:t>kumar</a:t>
            </a:r>
            <a:r>
              <a:rPr lang="en-GB" dirty="0"/>
              <a:t> (24077382), Vamshi Krishna </a:t>
            </a:r>
            <a:r>
              <a:rPr lang="en-GB" dirty="0" err="1"/>
              <a:t>Thanneeru</a:t>
            </a:r>
            <a:r>
              <a:rPr lang="en-GB" dirty="0"/>
              <a:t>(</a:t>
            </a:r>
            <a:r>
              <a:rPr lang="en-US" dirty="0"/>
              <a:t>24071911</a:t>
            </a:r>
            <a:r>
              <a:rPr lang="en-GB" dirty="0"/>
              <a:t>), Zakir Mohammad (24004714), Praveen Kumar </a:t>
            </a:r>
            <a:r>
              <a:rPr lang="en-GB" dirty="0" err="1"/>
              <a:t>Gowridevi</a:t>
            </a:r>
            <a:r>
              <a:rPr lang="en-GB" dirty="0"/>
              <a:t> (24085035),</a:t>
            </a:r>
            <a:r>
              <a:rPr lang="en-US" dirty="0"/>
              <a:t> Vijay Kumar </a:t>
            </a:r>
            <a:r>
              <a:rPr lang="en-US" dirty="0" err="1"/>
              <a:t>Kantamaneni</a:t>
            </a:r>
            <a:r>
              <a:rPr lang="en-US" dirty="0"/>
              <a:t> ( 24072033)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D9611-42EE-7840-81EE-DD6B1A99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2</a:t>
            </a:fld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4A00DAC-98CC-1D9A-E4A4-B99AD3FBA824}"/>
                  </a:ext>
                </a:extLst>
              </p14:cNvPr>
              <p14:cNvContentPartPr/>
              <p14:nvPr/>
            </p14:nvContentPartPr>
            <p14:xfrm>
              <a:off x="11548041" y="2705494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4A00DAC-98CC-1D9A-E4A4-B99AD3FBA8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30041" y="268749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8004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61A1C-AA50-D158-0C7E-3A1BC9191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B85EB41-0324-80C1-D662-C74DC9788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1080637"/>
            <a:ext cx="10774428" cy="588024"/>
          </a:xfrm>
        </p:spPr>
        <p:txBody>
          <a:bodyPr/>
          <a:lstStyle/>
          <a:p>
            <a:br>
              <a:rPr lang="en-US" sz="2400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0D3922-8E88-BA20-5E07-992A4770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1432" y="218879"/>
            <a:ext cx="10646609" cy="107454"/>
          </a:xfrm>
        </p:spPr>
        <p:txBody>
          <a:bodyPr/>
          <a:lstStyle/>
          <a:p>
            <a:r>
              <a:rPr lang="en-GB" sz="1100" dirty="0"/>
              <a:t>7COM1079-2025  Student Group No: A179</a:t>
            </a:r>
          </a:p>
          <a:p>
            <a:r>
              <a:rPr lang="en-GB" sz="1100" dirty="0"/>
              <a:t>Names of Student Attendees: </a:t>
            </a:r>
            <a:r>
              <a:rPr lang="en-GB" sz="1100" dirty="0" err="1"/>
              <a:t>Nandharapu</a:t>
            </a:r>
            <a:r>
              <a:rPr lang="en-GB" sz="1100" dirty="0"/>
              <a:t> Prasanth </a:t>
            </a:r>
            <a:r>
              <a:rPr lang="en-GB" sz="1100" dirty="0" err="1"/>
              <a:t>kumar</a:t>
            </a:r>
            <a:r>
              <a:rPr lang="en-GB" sz="1100" dirty="0"/>
              <a:t> (24077382), Vamshi Krishna </a:t>
            </a:r>
            <a:r>
              <a:rPr lang="en-GB" sz="1100" dirty="0" err="1"/>
              <a:t>Thanneeru</a:t>
            </a:r>
            <a:r>
              <a:rPr lang="en-GB" sz="1100" dirty="0"/>
              <a:t>(</a:t>
            </a:r>
            <a:r>
              <a:rPr lang="en-US" sz="1100" dirty="0"/>
              <a:t>24071911</a:t>
            </a:r>
            <a:r>
              <a:rPr lang="en-GB" sz="1100" dirty="0"/>
              <a:t>), Zakir Mohammad (24004714), Praveen Kumar </a:t>
            </a:r>
            <a:r>
              <a:rPr lang="en-GB" sz="1100" dirty="0" err="1"/>
              <a:t>Gowridevi</a:t>
            </a:r>
            <a:r>
              <a:rPr lang="en-GB" sz="1100" dirty="0"/>
              <a:t> (24085035),</a:t>
            </a:r>
            <a:r>
              <a:rPr lang="en-US" sz="1100" dirty="0"/>
              <a:t> Vijay Kumar </a:t>
            </a:r>
            <a:r>
              <a:rPr lang="en-US" sz="1100" dirty="0" err="1"/>
              <a:t>Kantamaneni</a:t>
            </a:r>
            <a:r>
              <a:rPr lang="en-US" sz="1100" dirty="0"/>
              <a:t> ( 24072033)</a:t>
            </a:r>
            <a:endParaRPr lang="en-GB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4634B-E812-EFF7-5CD1-5964BBB9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3</a:t>
            </a:fld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3988E5E-D0BC-590E-C5B1-160B9C995959}"/>
                  </a:ext>
                </a:extLst>
              </p14:cNvPr>
              <p14:cNvContentPartPr/>
              <p14:nvPr/>
            </p14:nvContentPartPr>
            <p14:xfrm>
              <a:off x="11548041" y="2705494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4A00DAC-98CC-1D9A-E4A4-B99AD3FBA8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30041" y="2687494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F9F570E-FE77-4E43-BFC3-E5150E5F951A}"/>
              </a:ext>
            </a:extLst>
          </p:cNvPr>
          <p:cNvSpPr txBox="1"/>
          <p:nvPr/>
        </p:nvSpPr>
        <p:spPr>
          <a:xfrm>
            <a:off x="3746090" y="5085787"/>
            <a:ext cx="6096000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ts val="1987"/>
              </a:lnSpc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Columns chosen for the visualization:</a:t>
            </a:r>
          </a:p>
          <a:p>
            <a:pPr fontAlgn="base">
              <a:lnSpc>
                <a:spcPts val="1987"/>
              </a:lnSpc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Price — Dependent Variable</a:t>
            </a:r>
          </a:p>
          <a:p>
            <a:pPr fontAlgn="base">
              <a:lnSpc>
                <a:spcPts val="1987"/>
              </a:lnSpc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Mileage — Independent Variable</a:t>
            </a:r>
            <a: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203232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1987"/>
              </a:lnSpc>
              <a:buFont typeface="+mj-lt"/>
              <a:buAutoNum type="arabicPeriod"/>
            </a:pPr>
            <a:r>
              <a:rPr lang="en-GB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Total Rows: </a:t>
            </a:r>
            <a:r>
              <a:rPr lang="en-GB" b="1" dirty="0">
                <a:solidFill>
                  <a:srgbClr val="FF0000"/>
                </a:solidFill>
                <a:latin typeface="Arial" panose="020B0604020202020204" pitchFamily="34" charset="0"/>
              </a:rPr>
              <a:t>17,965</a:t>
            </a:r>
            <a:r>
              <a:rPr lang="en-GB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n-GB" b="1" dirty="0">
                <a:solidFill>
                  <a:srgbClr val="FF0000"/>
                </a:solidFill>
                <a:latin typeface="Arial" panose="020B0604020202020204" pitchFamily="34" charset="0"/>
              </a:rPr>
              <a:t>9</a:t>
            </a:r>
            <a:r>
              <a:rPr lang="en-GB" sz="18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columns</a:t>
            </a: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b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</a:br>
            <a:r>
              <a:rPr lang="en-GB" sz="1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endParaRPr lang="en-GB" b="0" i="0" dirty="0">
              <a:solidFill>
                <a:srgbClr val="203232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5520"/>
              </a:lnSpc>
              <a:buNone/>
            </a:pPr>
            <a:r>
              <a:rPr lang="en-US" sz="4800" b="0" i="0" dirty="0">
                <a:solidFill>
                  <a:srgbClr val="203232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20323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12F77C-86AF-DBFD-8187-4CBDCC4F16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84" y="1080637"/>
            <a:ext cx="11043616" cy="384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89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31262B9-84B0-C1A5-543C-8FA0F2459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4458" y="3069000"/>
            <a:ext cx="7200000" cy="360000"/>
          </a:xfrm>
        </p:spPr>
        <p:txBody>
          <a:bodyPr/>
          <a:lstStyle/>
          <a:p>
            <a:r>
              <a:rPr lang="en-US" dirty="0"/>
              <a:t>Part 1: VISUALISATION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B5058-8385-6382-3B48-5ADE78ED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144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E4F5B-D4B0-8884-7F5F-7395AFE85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E914057-BDFA-A5B2-0C63-DA39BB3FD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9226" y="691671"/>
            <a:ext cx="10567950" cy="360000"/>
          </a:xfrm>
        </p:spPr>
        <p:txBody>
          <a:bodyPr/>
          <a:lstStyle/>
          <a:p>
            <a:r>
              <a:rPr lang="en-IN" sz="2800" dirty="0"/>
              <a:t>dataset patterns &amp; correlations)</a:t>
            </a:r>
            <a:endParaRPr lang="en-GB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E275A-C4C6-D950-8666-649AA843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6644" y="820839"/>
            <a:ext cx="622800" cy="230832"/>
          </a:xfrm>
        </p:spPr>
        <p:txBody>
          <a:bodyPr/>
          <a:lstStyle/>
          <a:p>
            <a:fld id="{E4D355CA-84B7-41B1-B164-8BB439CC7C6B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126F98F-51DB-A833-087C-79C1F7C295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80"/>
          <a:stretch>
            <a:fillRect/>
          </a:stretch>
        </p:blipFill>
        <p:spPr>
          <a:xfrm>
            <a:off x="1269226" y="3212164"/>
            <a:ext cx="8815706" cy="21959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6B46C6-64E5-CB61-2D73-B0E045754346}"/>
              </a:ext>
            </a:extLst>
          </p:cNvPr>
          <p:cNvSpPr txBox="1"/>
          <p:nvPr/>
        </p:nvSpPr>
        <p:spPr>
          <a:xfrm>
            <a:off x="1428750" y="1223976"/>
            <a:ext cx="60976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 err="1"/>
              <a:t>df</a:t>
            </a:r>
            <a:r>
              <a:rPr lang="en-IN" sz="1600" dirty="0"/>
              <a:t> &lt;- </a:t>
            </a:r>
            <a:r>
              <a:rPr lang="en-IN" sz="1600" dirty="0" err="1"/>
              <a:t>na.omit</a:t>
            </a:r>
            <a:r>
              <a:rPr lang="en-IN" sz="1600" dirty="0"/>
              <a:t>(transform(read.csv("/content/ford.csv"), </a:t>
            </a:r>
          </a:p>
          <a:p>
            <a:r>
              <a:rPr lang="en-IN" sz="1600" dirty="0"/>
              <a:t>                         price=</a:t>
            </a:r>
            <a:r>
              <a:rPr lang="en-IN" sz="1600" dirty="0" err="1"/>
              <a:t>as.numeric</a:t>
            </a:r>
            <a:r>
              <a:rPr lang="en-IN" sz="1600" dirty="0"/>
              <a:t>(price), mileage=</a:t>
            </a:r>
            <a:r>
              <a:rPr lang="en-IN" sz="1600" dirty="0" err="1"/>
              <a:t>as.numeric</a:t>
            </a:r>
            <a:r>
              <a:rPr lang="en-IN" sz="1600" dirty="0"/>
              <a:t>(mileage)))</a:t>
            </a:r>
          </a:p>
          <a:p>
            <a:r>
              <a:rPr lang="en-IN" sz="1600" dirty="0" err="1"/>
              <a:t>df$mileage_group</a:t>
            </a:r>
            <a:r>
              <a:rPr lang="en-IN" sz="1600" dirty="0"/>
              <a:t> &lt;- </a:t>
            </a:r>
            <a:r>
              <a:rPr lang="en-IN" sz="1600" dirty="0" err="1"/>
              <a:t>ifelse</a:t>
            </a:r>
            <a:r>
              <a:rPr lang="en-IN" sz="1600" dirty="0"/>
              <a:t>(</a:t>
            </a:r>
            <a:r>
              <a:rPr lang="en-IN" sz="1600" dirty="0" err="1"/>
              <a:t>df$mileage</a:t>
            </a:r>
            <a:r>
              <a:rPr lang="en-IN" sz="1600" dirty="0"/>
              <a:t> &lt; median(</a:t>
            </a:r>
            <a:r>
              <a:rPr lang="en-IN" sz="1600" dirty="0" err="1"/>
              <a:t>df$mileage</a:t>
            </a:r>
            <a:r>
              <a:rPr lang="en-IN" sz="1600" dirty="0"/>
              <a:t>), "Low Mileage", "High Mileage")</a:t>
            </a:r>
          </a:p>
          <a:p>
            <a:r>
              <a:rPr lang="en-IN" sz="1600" dirty="0"/>
              <a:t>print(aggregate(price ~ </a:t>
            </a:r>
            <a:r>
              <a:rPr lang="en-IN" sz="1600" dirty="0" err="1"/>
              <a:t>mileage_group</a:t>
            </a:r>
            <a:r>
              <a:rPr lang="en-IN" sz="1600" dirty="0"/>
              <a:t>, </a:t>
            </a:r>
            <a:r>
              <a:rPr lang="en-IN" sz="1600" dirty="0" err="1"/>
              <a:t>df</a:t>
            </a:r>
            <a:r>
              <a:rPr lang="en-IN" sz="1600" dirty="0"/>
              <a:t>, function(x) </a:t>
            </a:r>
          </a:p>
          <a:p>
            <a:r>
              <a:rPr lang="en-IN" sz="1600" dirty="0"/>
              <a:t>      c(n=length(x), mean=mean(x), median=median(x))))</a:t>
            </a:r>
          </a:p>
        </p:txBody>
      </p:sp>
    </p:spTree>
    <p:extLst>
      <p:ext uri="{BB962C8B-B14F-4D97-AF65-F5344CB8AC3E}">
        <p14:creationId xmlns:p14="http://schemas.microsoft.com/office/powerpoint/2010/main" val="107684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5" name="CustomShape 2"/>
          <p:cNvSpPr/>
          <p:nvPr/>
        </p:nvSpPr>
        <p:spPr>
          <a:xfrm rot="10800000" flipH="1">
            <a:off x="360" y="36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78"/>
                </a:srgbClr>
              </a:gs>
              <a:gs pos="100000">
                <a:srgbClr val="77418E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6" name="CustomShape 3"/>
          <p:cNvSpPr/>
          <p:nvPr/>
        </p:nvSpPr>
        <p:spPr>
          <a:xfrm>
            <a:off x="0" y="0"/>
            <a:ext cx="8128440" cy="1575000"/>
          </a:xfrm>
          <a:prstGeom prst="rect">
            <a:avLst/>
          </a:prstGeom>
          <a:gradFill rotWithShape="0">
            <a:gsLst>
              <a:gs pos="26000">
                <a:srgbClr val="C49FD3">
                  <a:alpha val="0"/>
                </a:srgbClr>
              </a:gs>
              <a:gs pos="100000">
                <a:srgbClr val="9C5FB5">
                  <a:alpha val="41176"/>
                </a:srgb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7" name="CustomShape 4"/>
          <p:cNvSpPr/>
          <p:nvPr/>
        </p:nvSpPr>
        <p:spPr>
          <a:xfrm flipH="1">
            <a:off x="0" y="0"/>
            <a:ext cx="12191760" cy="1573920"/>
          </a:xfrm>
          <a:prstGeom prst="rect">
            <a:avLst/>
          </a:prstGeom>
          <a:gradFill rotWithShape="0">
            <a:gsLst>
              <a:gs pos="22000">
                <a:srgbClr val="9C5FB5">
                  <a:alpha val="15294"/>
                </a:srgbClr>
              </a:gs>
              <a:gs pos="100000">
                <a:srgbClr val="000000">
                  <a:alpha val="63137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8" name="TextShape 5"/>
          <p:cNvSpPr txBox="1"/>
          <p:nvPr/>
        </p:nvSpPr>
        <p:spPr>
          <a:xfrm>
            <a:off x="290880" y="158400"/>
            <a:ext cx="706320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0" strike="noStrike" spc="-202">
                <a:solidFill>
                  <a:srgbClr val="FFFFFF"/>
                </a:solidFill>
                <a:latin typeface="Arial"/>
              </a:rPr>
              <a:t> </a:t>
            </a:r>
            <a:br/>
            <a:br/>
            <a:endParaRPr lang="en-US" sz="24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09" name="TextShape 6"/>
          <p:cNvSpPr txBox="1"/>
          <p:nvPr/>
        </p:nvSpPr>
        <p:spPr>
          <a:xfrm>
            <a:off x="7354080" y="203882"/>
            <a:ext cx="4705437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000" b="1" strike="noStrike" spc="-100" dirty="0">
                <a:solidFill>
                  <a:srgbClr val="FFFFFF"/>
                </a:solidFill>
                <a:latin typeface="Arial"/>
              </a:rPr>
              <a:t>Our RQ asks about Differences mileage  </a:t>
            </a:r>
            <a:endParaRPr lang="en-US" sz="3000" b="1" strike="noStrike" spc="-1" dirty="0">
              <a:latin typeface="Arial"/>
            </a:endParaRPr>
          </a:p>
        </p:txBody>
      </p:sp>
      <p:sp>
        <p:nvSpPr>
          <p:cNvPr id="110" name="TextShape 7"/>
          <p:cNvSpPr txBox="1"/>
          <p:nvPr/>
        </p:nvSpPr>
        <p:spPr>
          <a:xfrm>
            <a:off x="11704320" y="6455520"/>
            <a:ext cx="447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</a:pPr>
            <a:fld id="{29CEFF96-2F62-4B45-8A43-FC60A0A96C7C}" type="slidenum">
              <a:rPr lang="en-US" sz="1100" b="1" strike="noStrike" spc="-1">
                <a:solidFill>
                  <a:srgbClr val="7DABAB"/>
                </a:solidFill>
                <a:latin typeface="Arial"/>
              </a:rPr>
              <a:t>6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11" name="CustomShape 8"/>
          <p:cNvSpPr/>
          <p:nvPr/>
        </p:nvSpPr>
        <p:spPr>
          <a:xfrm>
            <a:off x="366120" y="197640"/>
            <a:ext cx="6988320" cy="8295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Here is a </a:t>
            </a:r>
            <a:r>
              <a:rPr lang="en-GB" sz="2400" b="1" strike="noStrike" spc="-1" dirty="0">
                <a:solidFill>
                  <a:srgbClr val="FFFFFF"/>
                </a:solidFill>
                <a:latin typeface="Arial"/>
              </a:rPr>
              <a:t>Histogram </a:t>
            </a: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showing the frequencies of our In-dependent variable.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2" name="CustomShape 9"/>
          <p:cNvSpPr/>
          <p:nvPr/>
        </p:nvSpPr>
        <p:spPr>
          <a:xfrm>
            <a:off x="563908" y="1741900"/>
            <a:ext cx="10865160" cy="4886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dirty="0"/>
          </a:p>
        </p:txBody>
      </p:sp>
      <p:sp>
        <p:nvSpPr>
          <p:cNvPr id="113" name="CustomShape 10"/>
          <p:cNvSpPr/>
          <p:nvPr/>
        </p:nvSpPr>
        <p:spPr>
          <a:xfrm>
            <a:off x="6617162" y="3202581"/>
            <a:ext cx="4475760" cy="17528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b="1" u="sng" spc="-1" dirty="0">
                <a:solidFill>
                  <a:srgbClr val="203232"/>
                </a:solidFill>
              </a:rPr>
              <a:t>Interpretation:</a:t>
            </a:r>
            <a:r>
              <a:rPr lang="en-US" b="1" spc="-1" dirty="0">
                <a:solidFill>
                  <a:srgbClr val="203232"/>
                </a:solidFill>
              </a:rPr>
              <a:t> </a:t>
            </a:r>
            <a:r>
              <a:rPr lang="en-US" spc="-1" dirty="0">
                <a:solidFill>
                  <a:srgbClr val="203232"/>
                </a:solidFill>
              </a:rPr>
              <a:t>The price distribution is skewed, not normally distributed The normal curve does not match the histogram So we use Spearman correlation (non-parametric), in addition to Pearson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F8965-95F3-E3DD-CF99-AD76067AEF77}"/>
              </a:ext>
            </a:extLst>
          </p:cNvPr>
          <p:cNvSpPr txBox="1"/>
          <p:nvPr/>
        </p:nvSpPr>
        <p:spPr>
          <a:xfrm>
            <a:off x="6617162" y="2513260"/>
            <a:ext cx="4667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-1" dirty="0">
                <a:solidFill>
                  <a:srgbClr val="203232"/>
                </a:solidFill>
              </a:rPr>
              <a:t>Histogram of In-dependent variable (mileage)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7F8233-A0F8-CCA5-23BB-7526AFAFB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884" y="2331260"/>
            <a:ext cx="5709918" cy="32185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427CE-0998-B92E-1C92-82051A9A7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>
            <a:extLst>
              <a:ext uri="{FF2B5EF4-FFF2-40B4-BE49-F238E27FC236}">
                <a16:creationId xmlns:a16="http://schemas.microsoft.com/office/drawing/2014/main" id="{E51BB08A-E091-D42B-D003-E966BB802411}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5" name="CustomShape 2">
            <a:extLst>
              <a:ext uri="{FF2B5EF4-FFF2-40B4-BE49-F238E27FC236}">
                <a16:creationId xmlns:a16="http://schemas.microsoft.com/office/drawing/2014/main" id="{5309F0F8-46B3-986A-1143-EC56C21ADBF4}"/>
              </a:ext>
            </a:extLst>
          </p:cNvPr>
          <p:cNvSpPr/>
          <p:nvPr/>
        </p:nvSpPr>
        <p:spPr>
          <a:xfrm rot="10800000" flipH="1">
            <a:off x="360" y="36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78"/>
                </a:srgbClr>
              </a:gs>
              <a:gs pos="100000">
                <a:srgbClr val="77418E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6" name="CustomShape 3">
            <a:extLst>
              <a:ext uri="{FF2B5EF4-FFF2-40B4-BE49-F238E27FC236}">
                <a16:creationId xmlns:a16="http://schemas.microsoft.com/office/drawing/2014/main" id="{DB24A3E9-1A70-D05C-A592-2BF8EC8B2510}"/>
              </a:ext>
            </a:extLst>
          </p:cNvPr>
          <p:cNvSpPr/>
          <p:nvPr/>
        </p:nvSpPr>
        <p:spPr>
          <a:xfrm>
            <a:off x="0" y="0"/>
            <a:ext cx="8128440" cy="1575000"/>
          </a:xfrm>
          <a:prstGeom prst="rect">
            <a:avLst/>
          </a:prstGeom>
          <a:gradFill rotWithShape="0">
            <a:gsLst>
              <a:gs pos="26000">
                <a:srgbClr val="C49FD3">
                  <a:alpha val="0"/>
                </a:srgbClr>
              </a:gs>
              <a:gs pos="100000">
                <a:srgbClr val="9C5FB5">
                  <a:alpha val="41176"/>
                </a:srgb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7" name="CustomShape 4">
            <a:extLst>
              <a:ext uri="{FF2B5EF4-FFF2-40B4-BE49-F238E27FC236}">
                <a16:creationId xmlns:a16="http://schemas.microsoft.com/office/drawing/2014/main" id="{86F388A3-F079-6AAD-68E0-A439F052EB12}"/>
              </a:ext>
            </a:extLst>
          </p:cNvPr>
          <p:cNvSpPr/>
          <p:nvPr/>
        </p:nvSpPr>
        <p:spPr>
          <a:xfrm flipH="1">
            <a:off x="0" y="0"/>
            <a:ext cx="12191760" cy="1573920"/>
          </a:xfrm>
          <a:prstGeom prst="rect">
            <a:avLst/>
          </a:prstGeom>
          <a:gradFill rotWithShape="0">
            <a:gsLst>
              <a:gs pos="22000">
                <a:srgbClr val="9C5FB5">
                  <a:alpha val="15294"/>
                </a:srgbClr>
              </a:gs>
              <a:gs pos="100000">
                <a:srgbClr val="000000">
                  <a:alpha val="63137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8" name="TextShape 5">
            <a:extLst>
              <a:ext uri="{FF2B5EF4-FFF2-40B4-BE49-F238E27FC236}">
                <a16:creationId xmlns:a16="http://schemas.microsoft.com/office/drawing/2014/main" id="{BF9BFA1C-EC12-8942-13CB-36E0E5A6C203}"/>
              </a:ext>
            </a:extLst>
          </p:cNvPr>
          <p:cNvSpPr txBox="1"/>
          <p:nvPr/>
        </p:nvSpPr>
        <p:spPr>
          <a:xfrm>
            <a:off x="290880" y="158400"/>
            <a:ext cx="706320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0" strike="noStrike" spc="-202">
                <a:solidFill>
                  <a:srgbClr val="FFFFFF"/>
                </a:solidFill>
                <a:latin typeface="Arial"/>
              </a:rPr>
              <a:t> </a:t>
            </a:r>
            <a:br/>
            <a:br/>
            <a:endParaRPr lang="en-US" sz="24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09" name="TextShape 6">
            <a:extLst>
              <a:ext uri="{FF2B5EF4-FFF2-40B4-BE49-F238E27FC236}">
                <a16:creationId xmlns:a16="http://schemas.microsoft.com/office/drawing/2014/main" id="{4BFF152D-6C79-920F-B25D-CD39C8EDD85E}"/>
              </a:ext>
            </a:extLst>
          </p:cNvPr>
          <p:cNvSpPr txBox="1"/>
          <p:nvPr/>
        </p:nvSpPr>
        <p:spPr>
          <a:xfrm>
            <a:off x="7354080" y="203882"/>
            <a:ext cx="4705437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000" b="1" strike="noStrike" spc="-100" dirty="0">
                <a:solidFill>
                  <a:srgbClr val="FFFFFF"/>
                </a:solidFill>
                <a:latin typeface="Arial"/>
              </a:rPr>
              <a:t>Our RQ asks about Differences mileage and price</a:t>
            </a:r>
            <a:endParaRPr lang="en-US" sz="3000" b="1" strike="noStrike" spc="-1" dirty="0">
              <a:latin typeface="Arial"/>
            </a:endParaRPr>
          </a:p>
        </p:txBody>
      </p:sp>
      <p:sp>
        <p:nvSpPr>
          <p:cNvPr id="110" name="TextShape 7">
            <a:extLst>
              <a:ext uri="{FF2B5EF4-FFF2-40B4-BE49-F238E27FC236}">
                <a16:creationId xmlns:a16="http://schemas.microsoft.com/office/drawing/2014/main" id="{C25241B0-F50C-1DCA-C259-6261C7EF5B4A}"/>
              </a:ext>
            </a:extLst>
          </p:cNvPr>
          <p:cNvSpPr txBox="1"/>
          <p:nvPr/>
        </p:nvSpPr>
        <p:spPr>
          <a:xfrm>
            <a:off x="11704320" y="6455520"/>
            <a:ext cx="447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</a:pPr>
            <a:fld id="{29CEFF96-2F62-4B45-8A43-FC60A0A96C7C}" type="slidenum">
              <a:rPr lang="en-US" sz="1100" b="1" strike="noStrike" spc="-1">
                <a:solidFill>
                  <a:srgbClr val="7DABAB"/>
                </a:solidFill>
                <a:latin typeface="Arial"/>
              </a:rPr>
              <a:t>7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11" name="CustomShape 8">
            <a:extLst>
              <a:ext uri="{FF2B5EF4-FFF2-40B4-BE49-F238E27FC236}">
                <a16:creationId xmlns:a16="http://schemas.microsoft.com/office/drawing/2014/main" id="{C36ACD2A-D7FA-F456-D1C5-CD8B7696008E}"/>
              </a:ext>
            </a:extLst>
          </p:cNvPr>
          <p:cNvSpPr/>
          <p:nvPr/>
        </p:nvSpPr>
        <p:spPr>
          <a:xfrm>
            <a:off x="366120" y="197640"/>
            <a:ext cx="6988320" cy="8295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Here is a </a:t>
            </a:r>
            <a:r>
              <a:rPr lang="en-GB" sz="2400" b="1" strike="noStrike" spc="-1" dirty="0">
                <a:solidFill>
                  <a:srgbClr val="FFFFFF"/>
                </a:solidFill>
                <a:latin typeface="Arial"/>
              </a:rPr>
              <a:t>Histogram </a:t>
            </a: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showing the frequencies of our dependent variable.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2" name="CustomShape 9">
            <a:extLst>
              <a:ext uri="{FF2B5EF4-FFF2-40B4-BE49-F238E27FC236}">
                <a16:creationId xmlns:a16="http://schemas.microsoft.com/office/drawing/2014/main" id="{227D3465-6979-7CE1-241B-78C5E9EACA18}"/>
              </a:ext>
            </a:extLst>
          </p:cNvPr>
          <p:cNvSpPr/>
          <p:nvPr/>
        </p:nvSpPr>
        <p:spPr>
          <a:xfrm>
            <a:off x="613721" y="1771201"/>
            <a:ext cx="10865160" cy="4886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13" name="CustomShape 10">
            <a:extLst>
              <a:ext uri="{FF2B5EF4-FFF2-40B4-BE49-F238E27FC236}">
                <a16:creationId xmlns:a16="http://schemas.microsoft.com/office/drawing/2014/main" id="{76628D5F-F2D3-B333-7926-179E774DD7B4}"/>
              </a:ext>
            </a:extLst>
          </p:cNvPr>
          <p:cNvSpPr/>
          <p:nvPr/>
        </p:nvSpPr>
        <p:spPr>
          <a:xfrm>
            <a:off x="6761387" y="3275703"/>
            <a:ext cx="447576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b="1" u="sng" spc="-1" dirty="0">
                <a:solidFill>
                  <a:srgbClr val="203232"/>
                </a:solidFill>
              </a:rPr>
              <a:t>Interpretation</a:t>
            </a:r>
            <a:r>
              <a:rPr lang="en-US" spc="-1" dirty="0">
                <a:solidFill>
                  <a:srgbClr val="203232"/>
                </a:solidFill>
              </a:rPr>
              <a:t>: Clear downward trend As price fluctuations</a:t>
            </a:r>
            <a:r>
              <a:rPr lang="en-GB" sz="1800" b="0" strike="noStrike" spc="-1" dirty="0">
                <a:solidFill>
                  <a:srgbClr val="0073CF"/>
                </a:solidFill>
                <a:latin typeface="Arial"/>
              </a:rPr>
              <a:t>.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1F936-5B52-3D56-5066-56F165044227}"/>
              </a:ext>
            </a:extLst>
          </p:cNvPr>
          <p:cNvSpPr txBox="1"/>
          <p:nvPr/>
        </p:nvSpPr>
        <p:spPr>
          <a:xfrm>
            <a:off x="6868160" y="2324854"/>
            <a:ext cx="404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Histogram: Price distribution (GBP)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4555EC-39BD-22BD-C520-EC03F9045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19" y="2324854"/>
            <a:ext cx="6047908" cy="332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2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2EC50-20C2-7B69-38C1-802085247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>
            <a:extLst>
              <a:ext uri="{FF2B5EF4-FFF2-40B4-BE49-F238E27FC236}">
                <a16:creationId xmlns:a16="http://schemas.microsoft.com/office/drawing/2014/main" id="{95723682-6F19-C0F8-5C87-99BF972326C5}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5" name="CustomShape 2">
            <a:extLst>
              <a:ext uri="{FF2B5EF4-FFF2-40B4-BE49-F238E27FC236}">
                <a16:creationId xmlns:a16="http://schemas.microsoft.com/office/drawing/2014/main" id="{59CF95D9-2372-DE69-0408-1346F1F53907}"/>
              </a:ext>
            </a:extLst>
          </p:cNvPr>
          <p:cNvSpPr/>
          <p:nvPr/>
        </p:nvSpPr>
        <p:spPr>
          <a:xfrm rot="10800000" flipH="1">
            <a:off x="360" y="36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78"/>
                </a:srgbClr>
              </a:gs>
              <a:gs pos="100000">
                <a:srgbClr val="77418E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6" name="CustomShape 3">
            <a:extLst>
              <a:ext uri="{FF2B5EF4-FFF2-40B4-BE49-F238E27FC236}">
                <a16:creationId xmlns:a16="http://schemas.microsoft.com/office/drawing/2014/main" id="{BD5A8D64-CCFD-5306-83D4-7AB5615B272E}"/>
              </a:ext>
            </a:extLst>
          </p:cNvPr>
          <p:cNvSpPr/>
          <p:nvPr/>
        </p:nvSpPr>
        <p:spPr>
          <a:xfrm>
            <a:off x="0" y="0"/>
            <a:ext cx="8128440" cy="1575000"/>
          </a:xfrm>
          <a:prstGeom prst="rect">
            <a:avLst/>
          </a:prstGeom>
          <a:gradFill rotWithShape="0">
            <a:gsLst>
              <a:gs pos="26000">
                <a:srgbClr val="C49FD3">
                  <a:alpha val="0"/>
                </a:srgbClr>
              </a:gs>
              <a:gs pos="100000">
                <a:srgbClr val="9C5FB5">
                  <a:alpha val="41176"/>
                </a:srgb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7" name="CustomShape 4">
            <a:extLst>
              <a:ext uri="{FF2B5EF4-FFF2-40B4-BE49-F238E27FC236}">
                <a16:creationId xmlns:a16="http://schemas.microsoft.com/office/drawing/2014/main" id="{2A4E58ED-0DC3-CBD2-50C2-6F69EAD79684}"/>
              </a:ext>
            </a:extLst>
          </p:cNvPr>
          <p:cNvSpPr/>
          <p:nvPr/>
        </p:nvSpPr>
        <p:spPr>
          <a:xfrm flipH="1">
            <a:off x="0" y="0"/>
            <a:ext cx="12191760" cy="1573920"/>
          </a:xfrm>
          <a:prstGeom prst="rect">
            <a:avLst/>
          </a:prstGeom>
          <a:gradFill rotWithShape="0">
            <a:gsLst>
              <a:gs pos="22000">
                <a:srgbClr val="9C5FB5">
                  <a:alpha val="15294"/>
                </a:srgbClr>
              </a:gs>
              <a:gs pos="100000">
                <a:srgbClr val="000000">
                  <a:alpha val="63137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8" name="TextShape 5">
            <a:extLst>
              <a:ext uri="{FF2B5EF4-FFF2-40B4-BE49-F238E27FC236}">
                <a16:creationId xmlns:a16="http://schemas.microsoft.com/office/drawing/2014/main" id="{825EE3B4-3C83-3502-3A72-040B53047745}"/>
              </a:ext>
            </a:extLst>
          </p:cNvPr>
          <p:cNvSpPr txBox="1"/>
          <p:nvPr/>
        </p:nvSpPr>
        <p:spPr>
          <a:xfrm>
            <a:off x="290880" y="158400"/>
            <a:ext cx="706320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0" strike="noStrike" spc="-202">
                <a:solidFill>
                  <a:srgbClr val="FFFFFF"/>
                </a:solidFill>
                <a:latin typeface="Arial"/>
              </a:rPr>
              <a:t> </a:t>
            </a:r>
            <a:br/>
            <a:br/>
            <a:endParaRPr lang="en-US" sz="24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09" name="TextShape 6">
            <a:extLst>
              <a:ext uri="{FF2B5EF4-FFF2-40B4-BE49-F238E27FC236}">
                <a16:creationId xmlns:a16="http://schemas.microsoft.com/office/drawing/2014/main" id="{5C90A7C8-C960-5586-0BD8-8EC12E0665C0}"/>
              </a:ext>
            </a:extLst>
          </p:cNvPr>
          <p:cNvSpPr txBox="1"/>
          <p:nvPr/>
        </p:nvSpPr>
        <p:spPr>
          <a:xfrm>
            <a:off x="7354080" y="203882"/>
            <a:ext cx="4705437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000" b="1" strike="noStrike" spc="-100">
                <a:solidFill>
                  <a:srgbClr val="FFFFFF"/>
                </a:solidFill>
                <a:latin typeface="Arial"/>
              </a:rPr>
              <a:t>Our RQ asks about Differences in means/ medians </a:t>
            </a:r>
            <a:endParaRPr lang="en-US" sz="3000" b="1" strike="noStrike" spc="-1">
              <a:latin typeface="Arial"/>
            </a:endParaRPr>
          </a:p>
        </p:txBody>
      </p:sp>
      <p:sp>
        <p:nvSpPr>
          <p:cNvPr id="110" name="TextShape 7">
            <a:extLst>
              <a:ext uri="{FF2B5EF4-FFF2-40B4-BE49-F238E27FC236}">
                <a16:creationId xmlns:a16="http://schemas.microsoft.com/office/drawing/2014/main" id="{09A008A0-19C1-1AE3-5B7D-247605B7AD69}"/>
              </a:ext>
            </a:extLst>
          </p:cNvPr>
          <p:cNvSpPr txBox="1"/>
          <p:nvPr/>
        </p:nvSpPr>
        <p:spPr>
          <a:xfrm>
            <a:off x="11704320" y="6455520"/>
            <a:ext cx="447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</a:pPr>
            <a:fld id="{29CEFF96-2F62-4B45-8A43-FC60A0A96C7C}" type="slidenum">
              <a:rPr lang="en-US" sz="1100" b="1" strike="noStrike" spc="-1">
                <a:solidFill>
                  <a:srgbClr val="7DABAB"/>
                </a:solidFill>
                <a:latin typeface="Arial"/>
              </a:rPr>
              <a:t>8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11" name="CustomShape 8">
            <a:extLst>
              <a:ext uri="{FF2B5EF4-FFF2-40B4-BE49-F238E27FC236}">
                <a16:creationId xmlns:a16="http://schemas.microsoft.com/office/drawing/2014/main" id="{83CDF2D2-C842-B56D-4257-CD462A178F28}"/>
              </a:ext>
            </a:extLst>
          </p:cNvPr>
          <p:cNvSpPr/>
          <p:nvPr/>
        </p:nvSpPr>
        <p:spPr>
          <a:xfrm>
            <a:off x="366120" y="197640"/>
            <a:ext cx="6988320" cy="11988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Here is a </a:t>
            </a:r>
            <a:r>
              <a:rPr lang="en-GB" sz="2400" b="1" spc="-1" dirty="0">
                <a:solidFill>
                  <a:srgbClr val="FFFFFF"/>
                </a:solidFill>
                <a:latin typeface="Arial"/>
              </a:rPr>
              <a:t>Scatterplot</a:t>
            </a:r>
            <a:r>
              <a:rPr lang="en-GB" sz="2400" b="1" strike="noStrike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showing the </a:t>
            </a:r>
            <a:r>
              <a:rPr lang="en-GB" sz="2400" spc="-1" dirty="0">
                <a:solidFill>
                  <a:srgbClr val="FFFFFF"/>
                </a:solidFill>
                <a:latin typeface="Arial"/>
              </a:rPr>
              <a:t>Difference</a:t>
            </a: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 of our dependent variable and In- dependent variable.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2" name="CustomShape 9">
            <a:extLst>
              <a:ext uri="{FF2B5EF4-FFF2-40B4-BE49-F238E27FC236}">
                <a16:creationId xmlns:a16="http://schemas.microsoft.com/office/drawing/2014/main" id="{8EBC55C2-0DD7-D3F0-F69E-D14FEFBFDF3B}"/>
              </a:ext>
            </a:extLst>
          </p:cNvPr>
          <p:cNvSpPr/>
          <p:nvPr/>
        </p:nvSpPr>
        <p:spPr>
          <a:xfrm>
            <a:off x="632472" y="1731961"/>
            <a:ext cx="10865160" cy="4886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just">
              <a:lnSpc>
                <a:spcPct val="100000"/>
              </a:lnSpc>
            </a:pPr>
            <a:endParaRPr lang="en-US" spc="-1" dirty="0"/>
          </a:p>
        </p:txBody>
      </p:sp>
      <p:sp>
        <p:nvSpPr>
          <p:cNvPr id="113" name="CustomShape 10">
            <a:extLst>
              <a:ext uri="{FF2B5EF4-FFF2-40B4-BE49-F238E27FC236}">
                <a16:creationId xmlns:a16="http://schemas.microsoft.com/office/drawing/2014/main" id="{E5CBC4E0-679C-4D4C-80CE-DA4864336D93}"/>
              </a:ext>
            </a:extLst>
          </p:cNvPr>
          <p:cNvSpPr/>
          <p:nvPr/>
        </p:nvSpPr>
        <p:spPr>
          <a:xfrm>
            <a:off x="6854006" y="3297220"/>
            <a:ext cx="4475760" cy="9218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b="1" u="sng" spc="-1" dirty="0">
                <a:solidFill>
                  <a:srgbClr val="203232"/>
                </a:solidFill>
              </a:rPr>
              <a:t>Interpretation</a:t>
            </a:r>
            <a:r>
              <a:rPr lang="en-US" spc="-1" dirty="0">
                <a:solidFill>
                  <a:srgbClr val="203232"/>
                </a:solidFill>
              </a:rPr>
              <a:t>: Clear downward trend As mileage increases, price decreases Shows an expected negative relationship</a:t>
            </a:r>
            <a:endParaRPr lang="en-US" spc="-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8C849-0CC6-2347-D7BF-1BC0FDE77170}"/>
              </a:ext>
            </a:extLst>
          </p:cNvPr>
          <p:cNvSpPr txBox="1"/>
          <p:nvPr/>
        </p:nvSpPr>
        <p:spPr>
          <a:xfrm>
            <a:off x="6864852" y="2252504"/>
            <a:ext cx="3935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Scatterplot: mileage vs price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305041-487A-5BCD-9906-5462A85E3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69" y="2263478"/>
            <a:ext cx="6159278" cy="354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43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3BCDAA3-A3AD-A880-5E9C-0E1ABBC0A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2167" y="2997174"/>
            <a:ext cx="4375084" cy="1060297"/>
          </a:xfrm>
        </p:spPr>
        <p:txBody>
          <a:bodyPr/>
          <a:lstStyle/>
          <a:p>
            <a:r>
              <a:rPr lang="en-US" dirty="0"/>
              <a:t>Part 2: Analysis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BD585-11D8-30FD-4A30-9F1639F0D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321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10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/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 dirty="0">
                <a:solidFill>
                  <a:srgbClr val="203232"/>
                </a:solidFill>
                <a:latin typeface="Arial"/>
              </a:rPr>
              <a:t>R Script and Results (Correlation for validation) – The Analysis</a:t>
            </a:r>
            <a:endParaRPr lang="en-US" sz="3600" b="1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C67A1-346D-734F-321E-2098D1481674}"/>
              </a:ext>
            </a:extLst>
          </p:cNvPr>
          <p:cNvSpPr txBox="1"/>
          <p:nvPr/>
        </p:nvSpPr>
        <p:spPr>
          <a:xfrm>
            <a:off x="927429" y="1582774"/>
            <a:ext cx="10815526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Correlation </a:t>
            </a:r>
            <a:r>
              <a:rPr lang="en-US" dirty="0" err="1">
                <a:solidFill>
                  <a:srgbClr val="FF0000"/>
                </a:solidFill>
              </a:rPr>
              <a:t>testspearson_result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>
                <a:solidFill>
                  <a:srgbClr val="FF0000"/>
                </a:solidFill>
              </a:rPr>
              <a:t> &lt;- </a:t>
            </a:r>
            <a:r>
              <a:rPr lang="en-US" dirty="0" err="1">
                <a:solidFill>
                  <a:srgbClr val="FF0000"/>
                </a:solidFill>
              </a:rPr>
              <a:t>cor.test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df_clean$mileage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df_clean$price</a:t>
            </a:r>
            <a:r>
              <a:rPr lang="en-US" dirty="0">
                <a:solidFill>
                  <a:srgbClr val="FF0000"/>
                </a:solidFill>
              </a:rPr>
              <a:t>, method="</a:t>
            </a:r>
            <a:r>
              <a:rPr lang="en-US" dirty="0" err="1">
                <a:solidFill>
                  <a:srgbClr val="FF0000"/>
                </a:solidFill>
              </a:rPr>
              <a:t>pearson</a:t>
            </a:r>
            <a:r>
              <a:rPr lang="en-US" dirty="0">
                <a:solidFill>
                  <a:srgbClr val="FF0000"/>
                </a:solidFill>
              </a:rPr>
              <a:t>")</a:t>
            </a:r>
            <a:r>
              <a:rPr lang="en-US" dirty="0" err="1">
                <a:solidFill>
                  <a:srgbClr val="FF0000"/>
                </a:solidFill>
              </a:rPr>
              <a:t>spearman_result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&lt;- </a:t>
            </a:r>
            <a:r>
              <a:rPr lang="en-US" dirty="0" err="1">
                <a:solidFill>
                  <a:srgbClr val="FF0000"/>
                </a:solidFill>
              </a:rPr>
              <a:t>cor.test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df_clean$mileage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df_clean$price</a:t>
            </a:r>
            <a:r>
              <a:rPr lang="en-US" dirty="0">
                <a:solidFill>
                  <a:srgbClr val="FF0000"/>
                </a:solidFill>
              </a:rPr>
              <a:t>, method="spearman")</a:t>
            </a:r>
          </a:p>
          <a:p>
            <a:r>
              <a:rPr lang="en-US" dirty="0">
                <a:solidFill>
                  <a:srgbClr val="FF0000"/>
                </a:solidFill>
              </a:rPr>
              <a:t>print("Pearson Correlation:")</a:t>
            </a:r>
          </a:p>
          <a:p>
            <a:r>
              <a:rPr lang="en-US" dirty="0">
                <a:solidFill>
                  <a:srgbClr val="FF0000"/>
                </a:solidFill>
              </a:rPr>
              <a:t>print(</a:t>
            </a:r>
            <a:r>
              <a:rPr lang="en-US" dirty="0" err="1">
                <a:solidFill>
                  <a:srgbClr val="FF0000"/>
                </a:solidFill>
              </a:rPr>
              <a:t>pearson_result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r>
              <a:rPr lang="en-US" dirty="0">
                <a:solidFill>
                  <a:srgbClr val="FF0000"/>
                </a:solidFill>
              </a:rPr>
              <a:t>print("Spearman Correlation:")</a:t>
            </a:r>
          </a:p>
          <a:p>
            <a:r>
              <a:rPr lang="en-US" dirty="0">
                <a:solidFill>
                  <a:srgbClr val="FF0000"/>
                </a:solidFill>
              </a:rPr>
              <a:t>print(</a:t>
            </a:r>
            <a:r>
              <a:rPr lang="en-US" dirty="0" err="1">
                <a:solidFill>
                  <a:srgbClr val="FF0000"/>
                </a:solidFill>
              </a:rPr>
              <a:t>spearman_result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DC16CC-88C1-2C4A-A114-BE1C76847A56}"/>
              </a:ext>
            </a:extLst>
          </p:cNvPr>
          <p:cNvSpPr txBox="1"/>
          <p:nvPr/>
        </p:nvSpPr>
        <p:spPr>
          <a:xfrm>
            <a:off x="1100759" y="4328348"/>
            <a:ext cx="60976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Pearson Correlation:</a:t>
            </a:r>
          </a:p>
          <a:p>
            <a:r>
              <a:rPr lang="en-IN" dirty="0" err="1"/>
              <a:t>cor</a:t>
            </a:r>
            <a:r>
              <a:rPr lang="en-IN" dirty="0"/>
              <a:t> = -0.5307  </a:t>
            </a:r>
          </a:p>
          <a:p>
            <a:r>
              <a:rPr lang="en-IN" dirty="0"/>
              <a:t>p-value &lt; 2.2e-16</a:t>
            </a:r>
          </a:p>
          <a:p>
            <a:endParaRPr lang="en-IN" dirty="0"/>
          </a:p>
          <a:p>
            <a:r>
              <a:rPr lang="en-IN" dirty="0"/>
              <a:t>Spearman Correlation:</a:t>
            </a:r>
          </a:p>
          <a:p>
            <a:r>
              <a:rPr lang="en-IN" dirty="0"/>
              <a:t>rho = -0.5766  </a:t>
            </a:r>
          </a:p>
          <a:p>
            <a:r>
              <a:rPr lang="en-IN" dirty="0"/>
              <a:t>p-value &lt; 2.2e-16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rts Theme">
  <a:themeElements>
    <a:clrScheme name="Custom 2">
      <a:dk1>
        <a:srgbClr val="203232"/>
      </a:dk1>
      <a:lt1>
        <a:srgbClr val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formation xmlns="4ad138b4-2b68-4b70-945d-07f8f18b1c9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DBA85F447B164191BB36C258697B67" ma:contentTypeVersion="14" ma:contentTypeDescription="Create a new document." ma:contentTypeScope="" ma:versionID="ea511d05ca7f895fe9556935b5c9af34">
  <xsd:schema xmlns:xsd="http://www.w3.org/2001/XMLSchema" xmlns:xs="http://www.w3.org/2001/XMLSchema" xmlns:p="http://schemas.microsoft.com/office/2006/metadata/properties" xmlns:ns2="4ad138b4-2b68-4b70-945d-07f8f18b1c9a" xmlns:ns3="3c474641-ec36-472f-b125-6b1b0910eaa4" targetNamespace="http://schemas.microsoft.com/office/2006/metadata/properties" ma:root="true" ma:fieldsID="662270106d7a7e100bcac2c5f8d29899" ns2:_="" ns3:_="">
    <xsd:import namespace="4ad138b4-2b68-4b70-945d-07f8f18b1c9a"/>
    <xsd:import namespace="3c474641-ec36-472f-b125-6b1b0910ea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Informa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d138b4-2b68-4b70-945d-07f8f18b1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Information" ma:index="12" nillable="true" ma:displayName="Information" ma:format="Dropdown" ma:internalName="Information">
      <xsd:simpleType>
        <xsd:restriction base="dms:Text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474641-ec36-472f-b125-6b1b0910eaa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D1FC41-23C7-41B0-B5F9-BF4CD38AD2ED}">
  <ds:schemaRefs>
    <ds:schemaRef ds:uri="3c474641-ec36-472f-b125-6b1b0910eaa4"/>
    <ds:schemaRef ds:uri="4ad138b4-2b68-4b70-945d-07f8f18b1c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21B8C57-903D-4D0E-8336-7B512F760CD1}">
  <ds:schemaRefs>
    <ds:schemaRef ds:uri="3c474641-ec36-472f-b125-6b1b0910eaa4"/>
    <ds:schemaRef ds:uri="4ad138b4-2b68-4b70-945d-07f8f18b1c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1C521DD-2673-4EE6-BB9B-DC5C3320FF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595</Words>
  <Application>Microsoft Office PowerPoint</Application>
  <PresentationFormat>Widescreen</PresentationFormat>
  <Paragraphs>81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Times New Roman</vt:lpstr>
      <vt:lpstr>Herts Theme</vt:lpstr>
      <vt:lpstr>Visualization and Analysis –  Tutorial Presentation for Feedback Date:  06/22/2025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Joanne Harwood</dc:creator>
  <cp:lastModifiedBy>VAMSHI KRISHNA</cp:lastModifiedBy>
  <cp:revision>57</cp:revision>
  <dcterms:created xsi:type="dcterms:W3CDTF">2019-10-01T08:37:56Z</dcterms:created>
  <dcterms:modified xsi:type="dcterms:W3CDTF">2025-12-10T14:53:26Z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0x01010026DBA85F447B164191BB36C258697B67</vt:lpwstr>
  </property>
</Properties>
</file>